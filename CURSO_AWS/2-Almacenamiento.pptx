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Quattrocen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gNwLP+PEMhaEN/BEnYiDLa5CV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QuattrocentoSans-bold.fntdata"/><Relationship Id="rId25" Type="http://schemas.openxmlformats.org/officeDocument/2006/relationships/font" Target="fonts/QuattrocentoSans-regular.fntdata"/><Relationship Id="rId28" Type="http://schemas.openxmlformats.org/officeDocument/2006/relationships/font" Target="fonts/QuattrocentoSans-boldItalic.fntdata"/><Relationship Id="rId27" Type="http://schemas.openxmlformats.org/officeDocument/2006/relationships/font" Target="fonts/Quattrocen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C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hyperlink" Target="https://curso-aws.vercel.app/servicios%20-%20g2/previa/previa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hyperlink" Target="https://curso-aws.vercel.app/servicios%20-%20g2/final/final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hyperlink" Target="https://curso-aws.vercel.app/servicios%20-%20g2/ejercicios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317903" y="2770304"/>
            <a:ext cx="4931158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C" sz="3800" u="none" cap="none" strike="noStrike">
                <a:solidFill>
                  <a:srgbClr val="232F3E"/>
                </a:solidFill>
                <a:latin typeface="Calibri"/>
                <a:ea typeface="Calibri"/>
                <a:cs typeface="Calibri"/>
                <a:sym typeface="Calibri"/>
              </a:rPr>
              <a:t>AWS Cloud Practitioner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C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 de preparación para la certificación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4603" y="3896543"/>
            <a:ext cx="1361745" cy="453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6041" y="3355982"/>
            <a:ext cx="1276635" cy="1276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662" y="1325603"/>
            <a:ext cx="3874289" cy="3874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90743" y="4917106"/>
            <a:ext cx="1257851" cy="125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5839" y="5100191"/>
            <a:ext cx="2286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5707" y="5156886"/>
            <a:ext cx="1298847" cy="778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451660" y="199505"/>
            <a:ext cx="40190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C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Servicios de Computación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5168438" y="3256494"/>
            <a:ext cx="609738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C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cabeza y sin casco</a:t>
            </a:r>
            <a:br>
              <a:rPr b="0" i="0" lang="es-EC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Razonamiento sin explicación previa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3008" y="2323631"/>
            <a:ext cx="2461473" cy="2842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7111" y="2073218"/>
            <a:ext cx="1298847" cy="77829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5168438" y="5010725"/>
            <a:ext cx="84891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https://curso-aws.vercel.app/servicios%20-%20g2/previa/previa.html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1500965" y="4180600"/>
            <a:ext cx="124040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3293828" y="1376383"/>
            <a:ext cx="7933414" cy="96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S3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 de almacenamiento de </a:t>
            </a:r>
            <a:r>
              <a:rPr b="1" lang="es-EC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objetos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permite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almacenar y recuperar cualquier cantidad de datos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través de internet, de forma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escalable, segura y altamente disponible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4104862" y="3189953"/>
            <a:ext cx="6094674" cy="2751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Escalable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no requiere aprovisionar capacidad; crece automáticamente según la necesidad.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Seguro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permite control de acceso, cifrado de datos y políticas de seguridad.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Altamente disponible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los datos se replican automáticamente en múltiples zonas de disponibilidad dentro de una región.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451660" y="199505"/>
            <a:ext cx="53071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 Simple Storage Service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878" y="2291570"/>
            <a:ext cx="3028950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6249063" y="1799230"/>
            <a:ext cx="6094674" cy="3959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se almacenan los datos en S3?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S3 organiza la información en dos niveles: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Buckets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los contenedores donde se almacenan los datos.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Tienen un nombre único a nivel global.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crean en una región específica.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los datos almacenados dentro de un bucket.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objeto tiene identidad propia.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451660" y="199505"/>
            <a:ext cx="56087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Cómo se almacenan los datos en s3?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53809" y="1364492"/>
            <a:ext cx="6414249" cy="4276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451660" y="199505"/>
            <a:ext cx="56087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Cómo se almacenan los datos en s3?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1656133" y="3380521"/>
            <a:ext cx="69625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S3://</a:t>
            </a:r>
            <a:r>
              <a:rPr lang="es-EC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data-lake</a:t>
            </a:r>
            <a:r>
              <a:rPr lang="es-EC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/raw/ventas/2025/02/ventas.csv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1656133" y="3861494"/>
            <a:ext cx="6094378" cy="38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S3://</a:t>
            </a:r>
            <a:r>
              <a:rPr lang="es-EC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imagenes</a:t>
            </a:r>
            <a:r>
              <a:rPr lang="es-EC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/eventos/2025/foto02.jpg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5016837" y="2821300"/>
            <a:ext cx="21583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id del objeto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2779070" y="2799382"/>
            <a:ext cx="1089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bucket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5228616" y="5122828"/>
            <a:ext cx="6094378" cy="773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rgbClr val="7030A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👉</a:t>
            </a:r>
            <a:r>
              <a:rPr lang="es-EC" sz="18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 S3 </a:t>
            </a:r>
            <a:r>
              <a:rPr b="1" lang="es-EC" sz="18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existen carpetas reales</a:t>
            </a:r>
            <a:r>
              <a:rPr lang="es-EC" sz="18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solo objetos con claves que simulan rutas.</a:t>
            </a:r>
            <a:endParaRPr sz="16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/>
        </p:nvSpPr>
        <p:spPr>
          <a:xfrm>
            <a:off x="1060316" y="1672772"/>
            <a:ext cx="10515600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Usos típicos de S3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📦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Almacenamiento de archivos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(imágenes, videos, documentos)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🌐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Hosting de sitios web estáticos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🔗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Intercambio de datos entre servicios de AWS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🧠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Lake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(datos crudos, procesados y analíticos)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💾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Backups y copias de seguridad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📜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Logs y archivos históricos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451660" y="199505"/>
            <a:ext cx="455105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¿Para qué se usa Amazon S3?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/>
        </p:nvSpPr>
        <p:spPr>
          <a:xfrm>
            <a:off x="697475" y="1296785"/>
            <a:ext cx="105156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S3 almacena objetos que se acceden por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HTTP/HTTPS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lo que permite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servir archivos directamente por internet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incluyendo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sitios web estáticos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sin necesidad de servidores.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451660" y="199505"/>
            <a:ext cx="48642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¿Cómo se accede a los objetos?</a:t>
            </a:r>
            <a:endParaRPr/>
          </a:p>
        </p:txBody>
      </p:sp>
      <p:pic>
        <p:nvPicPr>
          <p:cNvPr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5742" y="1912619"/>
            <a:ext cx="7591598" cy="5061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/>
        </p:nvSpPr>
        <p:spPr>
          <a:xfrm>
            <a:off x="451660" y="1153218"/>
            <a:ext cx="5007314" cy="1264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ofrece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servicios de almacenamiento tipo sistema de archivos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pensados para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trabajar con carpetas compartidas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como en un servidor de archivos tradicional.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451660" y="199505"/>
            <a:ext cx="809497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Sistemas de archivos compartidos en AWS (EFS y FSx)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654185" y="3009754"/>
            <a:ext cx="5007300" cy="24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📁 Amazon EFS(Elastic File System)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EFS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archivos basado en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NFS(Network File Sytstem)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Diseñado para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6067142" y="1785539"/>
            <a:ext cx="6094378" cy="4262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🗄️ Amazon FSx (familia)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FSx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Conjunto de sistemas de archivos administrados para distintos escenarios: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FSx for Windows File Server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b="0" i="0" lang="es-EC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 </a:t>
            </a:r>
            <a:r>
              <a:rPr b="1" i="0" lang="es-EC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SMB (Server Message Block)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b="0" i="0" lang="es-EC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Workloads </a:t>
            </a:r>
            <a:r>
              <a:rPr b="1" i="0" lang="es-EC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b="0" i="0" lang="es-EC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con Active Directory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FSx for Lustre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b="0" i="0" lang="es-EC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Muy alto rendimiento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b="0" i="0" lang="es-EC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</a:t>
            </a:r>
            <a:r>
              <a:rPr b="1" i="0" lang="es-EC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HPC y Machine Learning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5521" y="4552950"/>
            <a:ext cx="1161207" cy="1375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/>
        </p:nvSpPr>
        <p:spPr>
          <a:xfrm>
            <a:off x="2711245" y="1706630"/>
            <a:ext cx="73499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tipo de almacenamiento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está pensado para guardar datos a largo plazo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sino para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acelerar aplicaciones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451660" y="199505"/>
            <a:ext cx="75151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Almacenamiento temporal / en memoria (Cache)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860221" y="2962311"/>
            <a:ext cx="60943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ElastiCache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3484933" y="3662544"/>
            <a:ext cx="6709654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ElastiCache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 servicio de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almacenamiento en memoria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ultra rápido.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 datos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RAM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Latencia de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milisegundos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Totalmente administrado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es almacenamiento permanente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451660" y="199505"/>
            <a:ext cx="75151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Almacenamiento temporal / en memoria (Cache)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2373549" y="1677145"/>
            <a:ext cx="7624052" cy="390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¿Para qué se usa el cache?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típicos: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de consultas frecuentes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Sesiones de usuario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temporales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Rankings, contadores, estados</a:t>
            </a:r>
            <a:endParaRPr/>
          </a:p>
          <a:p>
            <a:pPr indent="-2794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mental: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 entra a una app →</a:t>
            </a:r>
            <a:b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🔹 primero se consulta el cache</a:t>
            </a:r>
            <a:b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🔹 si no está, se consulta la base de datos</a:t>
            </a:r>
            <a:b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🔹 el resultado se guarda en cache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451660" y="199505"/>
            <a:ext cx="22124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BACKUP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888053" y="1697477"/>
            <a:ext cx="9015109" cy="1069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Backup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 servicio administrado que permite </a:t>
            </a:r>
            <a:r>
              <a:rPr b="1" lang="es-EC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centralizar y automatizar la gestión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copias de seguridad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varios servicios de AWS desde un solo lugar.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👉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es un almacenamiento nuevo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sino un </a:t>
            </a:r>
            <a:r>
              <a:rPr b="1" lang="es-EC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orquestador de backups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2862363" y="3266394"/>
            <a:ext cx="6094378" cy="2134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hace AWS Backup?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políticas de backup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(frecuencia, retención, borrado)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Ejecuta y gestiona copias de seguridad automáticamente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Centraliza backups de distintos servicios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 cumplimiento y auditoría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451660" y="199505"/>
            <a:ext cx="35301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INSTANCE STORE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888053" y="1697477"/>
            <a:ext cx="9015109" cy="67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1" lang="es-EC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Instance Store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almacenamiento local físico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viene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directamente en el host donde corre la </a:t>
            </a:r>
            <a:r>
              <a:rPr b="1" lang="es-EC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EC2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2833180" y="2367917"/>
            <a:ext cx="6094378" cy="316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 clave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Muy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rápido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es persistente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datos se pierden si: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b="0" i="0" lang="es-EC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instancia se detiene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b="0" i="0" lang="es-EC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instancia se termina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Char char="o"/>
            </a:pPr>
            <a:r>
              <a:rPr b="0" i="0" lang="es-EC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falla el host físico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1173155" y="5438774"/>
            <a:ext cx="9815209" cy="67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Instance Store se usa como almacenamiento temporal de alta velocidad para datos que pueden perderse sin problema.</a:t>
            </a:r>
            <a:endParaRPr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451660" y="199505"/>
            <a:ext cx="35301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INSTANCE STORE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260" y="1296785"/>
            <a:ext cx="7475220" cy="4983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 txBox="1"/>
          <p:nvPr/>
        </p:nvSpPr>
        <p:spPr>
          <a:xfrm>
            <a:off x="451660" y="199505"/>
            <a:ext cx="40046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STORAGE GATEWAY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888053" y="1697477"/>
            <a:ext cx="9015109" cy="67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AWS Storage Gateway</a:t>
            </a:r>
            <a:r>
              <a:rPr lang="es-EC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servicio que permite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conectar el </a:t>
            </a:r>
            <a:r>
              <a:rPr b="1" lang="es-EC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almacenamiento on-premise (local)</a:t>
            </a:r>
            <a:r>
              <a:rPr lang="es-EC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b="1" lang="es-EC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el almacenamiento de AWS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creando un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entorno híbrido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 txBox="1"/>
          <p:nvPr/>
        </p:nvSpPr>
        <p:spPr>
          <a:xfrm>
            <a:off x="2842908" y="3510841"/>
            <a:ext cx="7390590" cy="1764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se usa?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instala un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 (software o VM)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el entorno on-premise</a:t>
            </a:r>
            <a:b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este se conecta con servicios de almacenamiento de AWS.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aplicaciones locales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creen que usan discos o carpetas normales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b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pero en realidad los datos terminan en AWS.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 txBox="1"/>
          <p:nvPr/>
        </p:nvSpPr>
        <p:spPr>
          <a:xfrm>
            <a:off x="451660" y="199505"/>
            <a:ext cx="62490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Modelos principales de Storage Gateway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888054" y="1697477"/>
            <a:ext cx="5036092" cy="117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📁 File Gateway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aplicaciones usan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carpetas locales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archivos se almacenan en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S3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6472134" y="2211098"/>
            <a:ext cx="5036092" cy="117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🧱 Volume Gateway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volúmenes tipo disco </a:t>
            </a:r>
            <a:r>
              <a:rPr b="0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servidores locales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datos se respaldan en AWS (EBS / S3)</a:t>
            </a:r>
            <a:endParaRPr/>
          </a:p>
        </p:txBody>
      </p:sp>
      <p:sp>
        <p:nvSpPr>
          <p:cNvPr id="216" name="Google Shape;216;p15"/>
          <p:cNvSpPr txBox="1"/>
          <p:nvPr/>
        </p:nvSpPr>
        <p:spPr>
          <a:xfrm>
            <a:off x="2646733" y="3692389"/>
            <a:ext cx="6094378" cy="805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📼 Tape Gateway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Reemplaza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cintas de backup físicas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 txBox="1"/>
          <p:nvPr/>
        </p:nvSpPr>
        <p:spPr>
          <a:xfrm>
            <a:off x="4963538" y="4982840"/>
            <a:ext cx="6094378" cy="966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Tengo un servidor local que guarda backups en una carpeta.</a:t>
            </a:r>
            <a:b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quiero cambiar la app.</a:t>
            </a:r>
            <a:b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👉 Uso </a:t>
            </a: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Gateway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esos archivos terminan en S3.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451660" y="199505"/>
            <a:ext cx="27048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Storage Gateway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0700" y="1296785"/>
            <a:ext cx="8035290" cy="5356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>
            <a:off x="451660" y="199505"/>
            <a:ext cx="15680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2346960" y="1691640"/>
            <a:ext cx="7947660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S3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almacenamiento de objetos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EBS 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almacenamiento en bloques (disco de EC2)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EFS 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NFS compartido para Linux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FSx 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familia de sistemas de archivos (SMB, NFS, HPC)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ElastiCache 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cache en memoria (Redis/Memcached)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Store 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almacenamiento local temporal de EC2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Backup 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orquestación y gobierno de copias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Storage Gateway </a:t>
            </a:r>
            <a: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almacenamiento híbrido (on-prem ↔ AWS)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 txBox="1"/>
          <p:nvPr/>
        </p:nvSpPr>
        <p:spPr>
          <a:xfrm>
            <a:off x="4835929" y="3090239"/>
            <a:ext cx="609738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Ahora con casco y experiencia</a:t>
            </a:r>
            <a:br>
              <a:rPr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EC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reforzar conocimientos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451660" y="199505"/>
            <a:ext cx="401866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Servicios de Computación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819" y="2021921"/>
            <a:ext cx="3284505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8"/>
          <p:cNvSpPr txBox="1"/>
          <p:nvPr/>
        </p:nvSpPr>
        <p:spPr>
          <a:xfrm>
            <a:off x="4835929" y="4749809"/>
            <a:ext cx="91143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https://curso-aws.vercel.app/servicios%20-%20g2/final/final.html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451660" y="199505"/>
            <a:ext cx="18299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competir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8367" y="1600720"/>
            <a:ext cx="7286625" cy="50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451660" y="199505"/>
            <a:ext cx="431400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Preguntas tipo Certificación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029" y="2479684"/>
            <a:ext cx="2373262" cy="237326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4049137" y="3497412"/>
            <a:ext cx="94625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https://curso-aws.vercel.app/servicios%20-%20g2/ejercicios/index.html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2026-02-03T10:36:39Z</dcterms:created>
  <dc:creator>SANTIAGO FERNANDO MOSQUERA VIZUETE</dc:creator>
</cp:coreProperties>
</file>