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X6p07iBGNGTCXj1zCNJ6Bvcz5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4D8DCF-9504-4324-AE7E-B732175CB866}">
  <a:tblStyle styleId="{914D8DCF-9504-4324-AE7E-B732175CB8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657" autoAdjust="0"/>
  </p:normalViewPr>
  <p:slideViewPr>
    <p:cSldViewPr snapToGrid="0">
      <p:cViewPr>
        <p:scale>
          <a:sx n="90" d="100"/>
          <a:sy n="90" d="100"/>
        </p:scale>
        <p:origin x="-268" y="13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1421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609600" y="1600205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97600" y="1600205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93370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4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4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presa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presa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app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333971" y="2153918"/>
            <a:ext cx="4899033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800" b="1" i="0" u="none" strike="noStrike" cap="non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AWS Cloud Practitioner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 de preparación para la certificación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 y Seguridad parte 2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4603" y="3896543"/>
            <a:ext cx="1361745" cy="45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6041" y="3355982"/>
            <a:ext cx="1276635" cy="1276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662" y="1325603"/>
            <a:ext cx="3874289" cy="3874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0743" y="4917106"/>
            <a:ext cx="1257851" cy="125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5839" y="5100191"/>
            <a:ext cx="2286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5707" y="5156886"/>
            <a:ext cx="1298847" cy="778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1660" y="199505"/>
            <a:ext cx="34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Elastic Load Balancing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Load Balancing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Distribuye tráfico entre múltiples recursos (EC2, contenedores, IPs).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Tipos: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Application Load Balancer (ALB)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Network Load Balancer(NLB)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Gateway Load Balancer(GWLB)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1660" y="199505"/>
            <a:ext cx="34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Elastic Load Balancing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Load Balancing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3"/>
          <p:cNvGraphicFramePr/>
          <p:nvPr/>
        </p:nvGraphicFramePr>
        <p:xfrm>
          <a:off x="1751192" y="338373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{914D8DCF-9504-4324-AE7E-B732175CB866}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Tipo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Capa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Protocolos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Uso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Application Load Balancer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7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HTTP/HTTPS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Aplicaciones web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Network Load Balancer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TCP/UDP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Alto rendimiento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Gateway Load Balancer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IP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Inspección de tráfico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Route 53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Route 53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inteligente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DNS: </a:t>
            </a:r>
            <a:r>
              <a:rPr lang="es-MX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www.empresa.com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 54.20.0.1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Routing inteligente: decide por donde enviar el tráfico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Route 53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Route 53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inteligente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DNS: </a:t>
            </a:r>
            <a:r>
              <a:rPr lang="es-MX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www.empresa.com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 54.20.0.1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Routing inteligente: decide por donde enviar el tráfico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s-MX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www.app.com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US East -&gt; servidor A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Europa -&gt; servidor B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Route 53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enrutamiento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un dominio -&gt; un recurso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Divide tráfico por porcentaje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Servidor A:70%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Servidor B:30%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Envía al servidor más cercano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Usuario en Japón: región Tokio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Usuario en USA: región Virginia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Failover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 tiene servidor primario + respaldo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Primaro activo, si falla manda al secundario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Usa Health Checks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51660" y="199505"/>
            <a:ext cx="30235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CloudFront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CloudFront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contenido se guarda en caches Globales (CDN)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Una web está en S3 en us-east-1.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Usuarios en Asia experimentan alta latencia.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CloudFront el contenido se entrega desde Edge Locations cercanos.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CloudFront y Route53 son GLOBALES, al igual que IAM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51660" y="199505"/>
            <a:ext cx="30235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CloudFront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ElasticCache: 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 datos en memoria, para evitar consultas 			repetidas a 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Acelera: consultas SQL / sesiones de usuario / contadores /datos 			frecuentes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CDN: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Guarda copias del contenido web cerca del usuario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Acelera: imágenes / videos  / CSS / javascript /páginas web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4BC639-240D-2011-01CE-B7998380CC66}"/>
              </a:ext>
            </a:extLst>
          </p:cNvPr>
          <p:cNvSpPr txBox="1"/>
          <p:nvPr/>
        </p:nvSpPr>
        <p:spPr>
          <a:xfrm>
            <a:off x="2502195" y="4763386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CDN mejora la latencia de la web</a:t>
            </a:r>
            <a:endParaRPr lang="es-EC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WAF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WAF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Protege aplicaciones web contra ataques como: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SQL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-site scripting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maliciosos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ABFE64-1CBF-5925-FEDC-52A1A5CB3E6C}"/>
              </a:ext>
            </a:extLst>
          </p:cNvPr>
          <p:cNvSpPr txBox="1"/>
          <p:nvPr/>
        </p:nvSpPr>
        <p:spPr>
          <a:xfrm>
            <a:off x="2615609" y="507281"/>
            <a:ext cx="563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SEGURIDAD</a:t>
            </a:r>
            <a:endParaRPr lang="es-EC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451660" y="199505"/>
            <a:ext cx="21002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Shield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Shield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Protección contra ataques de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DDos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Shield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Standard (gratis)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Incluido automáticamente, mitigación básica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Shield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(cuesta)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Incluye detección avanzada, mitigación más rápida, soporte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WAF y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Shield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 Globales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como Route53 y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CloudFront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y como IAM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58AB796-39C1-004A-43F8-BE3636709004}"/>
              </a:ext>
            </a:extLst>
          </p:cNvPr>
          <p:cNvSpPr txBox="1"/>
          <p:nvPr/>
        </p:nvSpPr>
        <p:spPr>
          <a:xfrm>
            <a:off x="4727944" y="353393"/>
            <a:ext cx="5635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SEGURIDAD</a:t>
            </a:r>
            <a:endParaRPr lang="es-EC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Servicios Globales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WAF 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Shield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Route53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CloudFront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IAM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451660" y="199505"/>
            <a:ext cx="44085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CloudTrail    AWS Artifact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CloudTrail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todas las acciones realizadas en AWS, quién hizo qué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Artifact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Proporciona acceso a los reportes y certificaciones de cumplimiento y auditoría de AWS (SOC, ISO, PCI, etc.) para demostrar cumplimiento regulatorio.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451660" y="199505"/>
            <a:ext cx="21002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Config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Monitorea configuración de SEGURIDAD de recursos de AWS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Hay un S3 público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Reglas: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Todos los discos deben estar cifrados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Ningún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s3 debe ser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523BDF-80EE-C7A4-9D00-9D7BF922DBFA}"/>
              </a:ext>
            </a:extLst>
          </p:cNvPr>
          <p:cNvSpPr txBox="1"/>
          <p:nvPr/>
        </p:nvSpPr>
        <p:spPr>
          <a:xfrm>
            <a:off x="4004930" y="1630326"/>
            <a:ext cx="4997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MONITOREA LA CONFIGURACION DE SEGURIDAD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Da alertas</a:t>
            </a:r>
            <a:endParaRPr lang="es-EC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GuardDuty 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GuardDuty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 actividad maliciosa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logs: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VPC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DNS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CloudTrail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Intento sospechoso de acceso SSH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Inspector	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Inspector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vulnerabilidades de recursos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Software vulnerable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EC2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Paquetes instalados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Servidor tiene OpenSSL vulnerable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Servidor tiene </a:t>
            </a:r>
            <a:r>
              <a:rPr lang="es-MX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versión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vulnerable de apache Log4j	</a:t>
            </a:r>
            <a:endParaRPr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451660" y="199505"/>
            <a:ext cx="436382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Inspector	 vs GuardDuty 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ATAQUE    ----   GuardDuty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VULNERABILIDAD   ----  Inspector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Hacker intentando acceder: GuardDuty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Servidor con software vulnerable: Inspector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451660" y="199505"/>
            <a:ext cx="285861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Amazon </a:t>
            </a:r>
            <a:r>
              <a:rPr lang="es-MX" sz="24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Macie</a:t>
            </a:r>
            <a:r>
              <a:rPr lang="es-MX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Macie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 sobre datos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sencibles</a:t>
            </a:r>
            <a:endParaRPr lang="es-MX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Analiza: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E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los servicios como S3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detecta números de identificación en un </a:t>
            </a:r>
            <a:r>
              <a:rPr lang="es-E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endParaRPr lang="es-E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759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451660" y="199505"/>
            <a:ext cx="24762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Security Hub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Security Hub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 alertas de seguridad de: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GuardDuty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Inspector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Macie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451660" y="199505"/>
            <a:ext cx="24762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Security Hub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Security Hub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 alertas de seguridad de: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389830" y="3231930"/>
            <a:ext cx="2659200" cy="17541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GuardDuty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156075" y="3231931"/>
            <a:ext cx="2659117" cy="1754097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006662" y="3231931"/>
            <a:ext cx="2659117" cy="1754097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Macie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818179" y="3217352"/>
            <a:ext cx="2659117" cy="1754097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Inspector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539046" y="3608340"/>
            <a:ext cx="265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Posibles ataques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3191989" y="4354016"/>
            <a:ext cx="26591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detecta EBS sin cifrado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271345" y="3654474"/>
            <a:ext cx="26591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seguridad en recursos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6035440" y="4574202"/>
            <a:ext cx="26591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sensibles en s3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8854093" y="3750948"/>
            <a:ext cx="265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Vulnerabilidades de software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013769" y="3651959"/>
            <a:ext cx="214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detecta números de identificación en un </a:t>
            </a:r>
            <a:r>
              <a:rPr lang="es-MX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615787" y="4020134"/>
            <a:ext cx="214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detecta acceso desde IP maliciosa conocida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8836177" y="4425791"/>
            <a:ext cx="26591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detecta sistema operativo sin parches de seguridad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51660" y="199505"/>
            <a:ext cx="18400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Servicio KMS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KMS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que crea y administra </a:t>
            </a:r>
            <a:r>
              <a:rPr lang="es-MX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claves criptográficas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cifrar datos.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Permite: 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crear claves de cifrado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cifrar datos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controlar acceso a claves</a:t>
            </a:r>
            <a:endParaRPr dirty="0"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51660" y="199505"/>
            <a:ext cx="23189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Secrets Manager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Manager</a:t>
            </a: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para almacenar y gestionar </a:t>
            </a:r>
            <a:r>
              <a:rPr lang="es-MX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credenciales sensibles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forma segura.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guarda: 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contraseñas de bases de datos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API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Permite rotación de claves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51660" y="199505"/>
            <a:ext cx="33087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Secrets Manager vs KMS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Levantamos una base de datos y debemos proteger: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La contraseña de la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guarda en: </a:t>
            </a:r>
            <a:r>
              <a:rPr lang="es-MX" sz="2000" b="0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Secret</a:t>
            </a:r>
            <a:r>
              <a:rPr lang="es-MX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manager</a:t>
            </a:r>
            <a:endParaRPr dirty="0">
              <a:solidFill>
                <a:srgbClr val="FF0000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 datos sensibles dentro de la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bdd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cifran con: </a:t>
            </a:r>
            <a:r>
              <a:rPr lang="es-MX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KMS</a:t>
            </a:r>
            <a:endParaRPr dirty="0">
              <a:solidFill>
                <a:srgbClr val="FF0000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51660" y="199505"/>
            <a:ext cx="33845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Certificate Manager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968873" y="1296785"/>
            <a:ext cx="9692639" cy="536171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Certificate Manager</a:t>
            </a: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certificados SSL/TLS para habilitar HTTPS.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457188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917</Words>
  <Application>Microsoft Office PowerPoint</Application>
  <PresentationFormat>Panorámica</PresentationFormat>
  <Paragraphs>294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Santiago Mosquera</dc:creator>
  <cp:lastModifiedBy>Esteban Vallejo</cp:lastModifiedBy>
  <cp:revision>17</cp:revision>
  <dcterms:created xsi:type="dcterms:W3CDTF">2013-01-27T09:14:16Z</dcterms:created>
  <dcterms:modified xsi:type="dcterms:W3CDTF">2026-03-13T02:05:16Z</dcterms:modified>
</cp:coreProperties>
</file>