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914400" y="2130480"/>
            <a:ext cx="1036296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49997E-0DD0-44BB-85E2-C1FA424362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DD9E9ED-7B1D-46C4-BF67-5A66E55AA7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839080" y="274680"/>
            <a:ext cx="27428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274680"/>
            <a:ext cx="802620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B9F7BF-A86F-4448-9F22-53A2077711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F7ADCE-CC78-43B0-AB51-1CCE0615899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D4B692-77EA-4138-BE1F-26F67C4789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97760" y="1600200"/>
            <a:ext cx="53845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A38EF7-6EB3-49B0-AFCC-55A7A2D893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53504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609480" y="217476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93440" y="153504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93440" y="217476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41606E-9161-4DEF-B7DB-0CA9F717B73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724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3F648E-233F-4866-9483-45E5938B300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919EB4-1319-4815-9D09-656CE6B10F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401076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766760" y="272880"/>
            <a:ext cx="681516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2720" indent="-34272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09480" y="1434960"/>
            <a:ext cx="401076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EB0C90-E084-4022-B777-FE09B5ADA5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2389680" y="612720"/>
            <a:ext cx="73148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BA98148-69C6-47C7-B456-405AE8FEA0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30600" y="0"/>
            <a:ext cx="1216116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6217920"/>
            <a:ext cx="12191760" cy="639720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5317920" y="2153880"/>
            <a:ext cx="4930920" cy="172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232f3e"/>
                </a:solidFill>
                <a:effectLst/>
                <a:uFillTx/>
                <a:latin typeface="Calibri"/>
              </a:rPr>
              <a:t>AWS Cloud Practitioner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Curso de preparación para la certificación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Servicios de Analítica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Imagen 5"/>
          <p:cNvPicPr/>
          <p:nvPr/>
        </p:nvPicPr>
        <p:blipFill>
          <a:blip r:embed="rId1"/>
          <a:stretch/>
        </p:blipFill>
        <p:spPr>
          <a:xfrm>
            <a:off x="2634480" y="3896640"/>
            <a:ext cx="1361520" cy="45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" name="Imagen 7"/>
          <p:cNvPicPr/>
          <p:nvPr/>
        </p:nvPicPr>
        <p:blipFill>
          <a:blip r:embed="rId2"/>
          <a:stretch/>
        </p:blipFill>
        <p:spPr>
          <a:xfrm>
            <a:off x="2855880" y="3355920"/>
            <a:ext cx="1276200" cy="127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Imagen 9"/>
          <p:cNvPicPr/>
          <p:nvPr/>
        </p:nvPicPr>
        <p:blipFill>
          <a:blip r:embed="rId3"/>
          <a:stretch/>
        </p:blipFill>
        <p:spPr>
          <a:xfrm>
            <a:off x="825840" y="1325520"/>
            <a:ext cx="3873960" cy="3873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" name="Imagen 13"/>
          <p:cNvPicPr/>
          <p:nvPr/>
        </p:nvPicPr>
        <p:blipFill>
          <a:blip r:embed="rId4"/>
          <a:stretch/>
        </p:blipFill>
        <p:spPr>
          <a:xfrm>
            <a:off x="9990720" y="4917240"/>
            <a:ext cx="1257480" cy="1257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" name="Imagen 14"/>
          <p:cNvPicPr/>
          <p:nvPr/>
        </p:nvPicPr>
        <p:blipFill>
          <a:blip r:embed="rId5"/>
          <a:stretch/>
        </p:blipFill>
        <p:spPr>
          <a:xfrm>
            <a:off x="7115760" y="5100120"/>
            <a:ext cx="2285640" cy="76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Imagen 16"/>
          <p:cNvPicPr/>
          <p:nvPr/>
        </p:nvPicPr>
        <p:blipFill>
          <a:blip r:embed="rId6"/>
          <a:stretch/>
        </p:blipFill>
        <p:spPr>
          <a:xfrm>
            <a:off x="4845600" y="5157000"/>
            <a:ext cx="1298520" cy="777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51800" y="199440"/>
            <a:ext cx="26481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¿Qué es Analytics?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¿Qué es Analytics?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Convertir datos en decisiones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Ejemplos: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¿Qué producto se vende más?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¿A qué hora compran más?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1800" y="199440"/>
            <a:ext cx="17820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 El problema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Las empresas generan MUCHOS datos: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Apps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Web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Logs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Sensores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❗ Pero los datos por sí solos no sirven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1800" y="199440"/>
            <a:ext cx="1883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Data Pipeline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Pipeline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Todo sigue este flujo: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Generar datos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Guardar datos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Procesar datos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Analizar datos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Tomar decisiones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51800" y="199440"/>
            <a:ext cx="2612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Batch vs Streaming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Batch vs Streaming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Batch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Datos históricos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Streaming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Datos en tiempo real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Ejemplo: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Reporte mensual vs compras en vivo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451800" y="199440"/>
            <a:ext cx="6170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ETL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ETL - Extract → Transform → Load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Extraer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Transformar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Cargar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451800" y="199440"/>
            <a:ext cx="14299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Data Lake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Lake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Lugar donde guardas TODOS los datos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Crudos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Sin procesar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451800" y="199440"/>
            <a:ext cx="3467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Tipos de almacenamiento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Tipos de almacenamiento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Database → Apps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Lake → Todo tipo de datos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Warehouse → Análisis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451800" y="199440"/>
            <a:ext cx="1883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C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Data Pipeline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Pipeline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Generar datos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Guardar → S3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Procesar → Glue / EMR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Analizar → Athena / Redshift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Visualizar → BI (QuickSight)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451800" y="199440"/>
            <a:ext cx="36684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Batch vs Streaming en AWS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Batch vs Streaming en AWS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Batch → Glue / EMR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Streaming → Kinesis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TextBox 2"/>
          <p:cNvSpPr/>
          <p:nvPr/>
        </p:nvSpPr>
        <p:spPr>
          <a:xfrm>
            <a:off x="451800" y="199440"/>
            <a:ext cx="167292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ETL en AWS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ETL en AWS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AWS Glue transforma datos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451800" y="199440"/>
            <a:ext cx="2485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Data Lake en AWS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 Lake en AWS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S3 = Data Lake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2"/>
          <p:cNvSpPr/>
          <p:nvPr/>
        </p:nvSpPr>
        <p:spPr>
          <a:xfrm>
            <a:off x="451800" y="199440"/>
            <a:ext cx="22161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Análisis en AWS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Análisis en AWS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Athena → rápido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Redshift → profundo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451800" y="199440"/>
            <a:ext cx="22161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Análisis en AWS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ounded Rectangle 4"/>
          <p:cNvSpPr/>
          <p:nvPr/>
        </p:nvSpPr>
        <p:spPr>
          <a:xfrm>
            <a:off x="968760" y="1296720"/>
            <a:ext cx="9692280" cy="536148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Análisis en AWS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Athena → rápido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s-EC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Redshift → profundo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451800" y="199440"/>
            <a:ext cx="28836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Servicios de Analítica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Servicios de Analítica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S3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Glue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Amazon Athena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Amazon Redshift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Amazon Kinesis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Amazon OpenSearch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Amazon EMR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AWS Lake Formation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451800" y="199440"/>
            <a:ext cx="485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S3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S3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Guarda datos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Base del Data Lake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TextBox 2"/>
          <p:cNvSpPr/>
          <p:nvPr/>
        </p:nvSpPr>
        <p:spPr>
          <a:xfrm>
            <a:off x="451800" y="199440"/>
            <a:ext cx="14554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Glue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AWS Glue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Servicio que transforma y prepara datos antes de ser analizados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ETL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7000"/>
              </a:lnSpc>
              <a:spcAft>
                <a:spcPts val="799"/>
              </a:spcAft>
              <a:buClr>
                <a:srgbClr val="000000"/>
              </a:buClr>
              <a:buFont typeface="Arial"/>
              <a:buChar char="•"/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Los datos procesados como el ETL los guarda en el s3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451800" y="199440"/>
            <a:ext cx="22248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Amazon Athena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Amazon Athena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Permite consultar datos directamente en S3 usando SQL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451800" y="199440"/>
            <a:ext cx="235620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Amazon Redshift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Amazon Redshift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Data warehouse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Servicio de análisis que permite trabajar con grandes volúmenes de datos estructurados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451800" y="199440"/>
            <a:ext cx="21801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Amazon Kinesis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Amazon Kinesis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Streaming → procesamiento de datos en tiempo real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Procesa datos en tiempo real a medida que son generados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2"/>
          <p:cNvSpPr/>
          <p:nvPr/>
        </p:nvSpPr>
        <p:spPr>
          <a:xfrm>
            <a:off x="451800" y="199440"/>
            <a:ext cx="28436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Amazon OpenSearch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Amazon OpenSearch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Permite buscar, analizar y visualizar información como logs o eventos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451800" y="199440"/>
            <a:ext cx="18867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Amazon EMR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4"/>
          <p:cNvSpPr/>
          <p:nvPr/>
        </p:nvSpPr>
        <p:spPr>
          <a:xfrm>
            <a:off x="981000" y="16873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Amazon EMR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Big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Procesa grandes volúmenes de datos usando tecnologías como Hadoop o Spark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451800" y="199440"/>
            <a:ext cx="265284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Amazon QuickSight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4"/>
          <p:cNvSpPr/>
          <p:nvPr/>
        </p:nvSpPr>
        <p:spPr>
          <a:xfrm>
            <a:off x="981000" y="16873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Amazon QuickSight 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Servicio de visualización de datos que permite crear dashboards interactivos y reportes a partir de diferentes fuentes de datos.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451800" y="199440"/>
            <a:ext cx="281988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AWS Lake Formation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4"/>
          <p:cNvSpPr/>
          <p:nvPr/>
        </p:nvSpPr>
        <p:spPr>
          <a:xfrm>
            <a:off x="981000" y="16873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24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AWS Lake Formation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Permite organizar y controlar el acceso a grandes conjuntos de datos (permisos)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451800" y="199440"/>
            <a:ext cx="1371960" cy="4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Resumen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4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S3 → guardar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Glue → transformar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Athena → consulta rápida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Redshift → análisis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Kinesis → tiempo real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OpenSearch → logs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EMR → big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Lake Formation → permisos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         QuickSight → dashboard interactivo de datos y reportes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3"/>
          <p:cNvSpPr/>
          <p:nvPr/>
        </p:nvSpPr>
        <p:spPr>
          <a:xfrm>
            <a:off x="0" y="-12600"/>
            <a:ext cx="12161160" cy="1096920"/>
          </a:xfrm>
          <a:prstGeom prst="rect">
            <a:avLst/>
          </a:prstGeom>
          <a:solidFill>
            <a:srgbClr val="232f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4"/>
          <p:cNvSpPr/>
          <p:nvPr/>
        </p:nvSpPr>
        <p:spPr>
          <a:xfrm>
            <a:off x="451800" y="199440"/>
            <a:ext cx="1351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2400" b="1" u="none" strike="noStrike">
                <a:solidFill>
                  <a:schemeClr val="lt1"/>
                </a:solidFill>
                <a:effectLst/>
                <a:uFillTx/>
                <a:latin typeface="Calibri"/>
              </a:rPr>
              <a:t>Resumen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2"/>
          <p:cNvSpPr/>
          <p:nvPr/>
        </p:nvSpPr>
        <p:spPr>
          <a:xfrm>
            <a:off x="981000" y="1645920"/>
            <a:ext cx="9692280" cy="4679640"/>
          </a:xfrm>
          <a:prstGeom prst="roundRect">
            <a:avLst>
              <a:gd name="adj" fmla="val 16667"/>
            </a:avLst>
          </a:prstGeom>
          <a:solidFill>
            <a:srgbClr val="f2f3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Quick Sight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Glue → transformar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Athena → consulta rápida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Redshift → análisis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Kinesis → tiempo real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OpenSearch → logs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EMR → big data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7000"/>
              </a:lnSpc>
              <a:spcAft>
                <a:spcPts val="799"/>
              </a:spcAft>
            </a:pP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•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	</a:t>
            </a:r>
            <a:r>
              <a:rPr lang="es-MX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Times New Roman"/>
              </a:rPr>
              <a:t>Lake Formation → permisos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2273</TotalTime>
  <Application>LibreOffice/25.8.5.2$Linux_X86_64 LibreOffice_project/580$Build-2</Application>
  <AppVersion>15.0000</AppVersion>
  <Words>511</Words>
  <Paragraphs>156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Santiago Mosquera</dc:creator>
  <dc:description>generated using python-pptx</dc:description>
  <dc:language>en-US</dc:language>
  <cp:lastModifiedBy/>
  <dcterms:modified xsi:type="dcterms:W3CDTF">2026-03-18T22:03:04Z</dcterms:modified>
  <cp:revision>42</cp:revision>
  <dc:subject/>
  <dc:title>Presentación de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25</vt:i4>
  </property>
</Properties>
</file>