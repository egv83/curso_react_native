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642D37-B925-4A61-8F39-89AD9133AD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D2A964-318A-40AD-9F18-789FA51555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0EDB79-CC6F-4B72-A0A1-4FCD2BA070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EB1392-25F7-4B66-9687-18BD45628C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E3E20B-CE3C-4314-A166-CD783F1ABE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32AC24-30C4-4E0D-8311-0636B232D8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C316E7-1BD6-4975-BAC8-0F342A322A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C849AA-9B91-426A-97FC-D6095811A7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E5F443-CE9F-436D-B653-D304AA7F50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A0CADC-7ECA-478F-BF27-4D9DF3D5C8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6D0287-2B8B-4461-9BA4-D5166BC654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curso-aws.vercel.app/conceptos/version3.html" TargetMode="External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https://curso-aws.vercel.app/conceptos/descripciones.html" TargetMode="External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30600" y="0"/>
            <a:ext cx="1216116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217920"/>
            <a:ext cx="12191760" cy="639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786560" y="1046880"/>
            <a:ext cx="5816160" cy="31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AWS Cloud Practitioner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Curso de preparación para la certificación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Ventajas de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Pilares de AWS Well-Architected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Cloud Adoption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n 5"/>
          <p:cNvPicPr/>
          <p:nvPr/>
        </p:nvPicPr>
        <p:blipFill>
          <a:blip r:embed="rId1"/>
          <a:stretch/>
        </p:blipFill>
        <p:spPr>
          <a:xfrm>
            <a:off x="2634480" y="3896640"/>
            <a:ext cx="1361520" cy="45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n 7"/>
          <p:cNvPicPr/>
          <p:nvPr/>
        </p:nvPicPr>
        <p:blipFill>
          <a:blip r:embed="rId2"/>
          <a:stretch/>
        </p:blipFill>
        <p:spPr>
          <a:xfrm>
            <a:off x="2855880" y="3355920"/>
            <a:ext cx="1276200" cy="12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n 9"/>
          <p:cNvPicPr/>
          <p:nvPr/>
        </p:nvPicPr>
        <p:blipFill>
          <a:blip r:embed="rId3"/>
          <a:stretch/>
        </p:blipFill>
        <p:spPr>
          <a:xfrm>
            <a:off x="825840" y="132552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n 13"/>
          <p:cNvPicPr/>
          <p:nvPr/>
        </p:nvPicPr>
        <p:blipFill>
          <a:blip r:embed="rId4"/>
          <a:stretch/>
        </p:blipFill>
        <p:spPr>
          <a:xfrm>
            <a:off x="9990720" y="4917240"/>
            <a:ext cx="1257480" cy="12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14"/>
          <p:cNvPicPr/>
          <p:nvPr/>
        </p:nvPicPr>
        <p:blipFill>
          <a:blip r:embed="rId5"/>
          <a:stretch/>
        </p:blipFill>
        <p:spPr>
          <a:xfrm>
            <a:off x="7115760" y="5100120"/>
            <a:ext cx="228564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Imagen 16"/>
          <p:cNvPicPr/>
          <p:nvPr/>
        </p:nvPicPr>
        <p:blipFill>
          <a:blip r:embed="rId6"/>
          <a:stretch/>
        </p:blipFill>
        <p:spPr>
          <a:xfrm>
            <a:off x="4845600" y="5157000"/>
            <a:ext cx="1298520" cy="77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1800" y="158040"/>
            <a:ext cx="47070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 Advantages of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 Advantages of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Este bloque explica por qué existe el cloud y </a:t>
            </a:r>
            <a:r>
              <a:rPr lang="es-MX" sz="1800" b="1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qué valor aporta a las empresas</a:t>
            </a:r>
            <a:r>
              <a:rPr lang="es-MX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Trade capital expense (CAPEX) for operational expense (OPEX)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Benefit from massive economies of scale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Stop guessing capacity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Increase speed and agility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Stop spending money running and maintaining data centers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 global in minutes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¿Por qué una empresa debería migrar a la nube?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1800" y="158040"/>
            <a:ext cx="4168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6 Ventajas de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 Ventajas de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Trade capital expense (CAPEX) for operational expense (OPEX)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Cambiar gastos de capital (CAPEX) por gastos operativos (OPEX)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Benefit from massive economies of scale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Beneficiarse de economías de escala masivas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Stop guessing capacity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Dejar de adivinar la capacidad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Increase speed and agility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Incrementar la velocidad y la agilidad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Stop spending money running and maintaining data centers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Dejar de gastar dinero en operar y mantener centros de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 global in minutes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Globalizar en minutos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uadroTexto 5"/>
          <p:cNvSpPr/>
          <p:nvPr/>
        </p:nvSpPr>
        <p:spPr>
          <a:xfrm>
            <a:off x="6683400" y="3238920"/>
            <a:ext cx="33746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La nube existe para hacer a las empresas más rápidas, eficientes y globales, pagando solo por lo que usan.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1800" y="158040"/>
            <a:ext cx="55386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Well-Architected Framework (Pillars)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Well-Architected Framework (Pillars)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un conjunto de buenas prácticas que AWS propone para diseñar sistemas en la nube basándose en:</a:t>
            </a: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Operational Excellence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Reliability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 Efficiency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Sustainability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¿Estoy diseñando bien mi arquitectura en la nube?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1800" y="158040"/>
            <a:ext cx="5150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Pilares de Well-Architected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Pilares de AWS Well-Architected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Operational Excellence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Excelencia operativa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Reliability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Confiabilidad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 Efficiency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Eficiencia del rendimiento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Optimización de costos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Sustainability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Sostenibilidad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uadroTexto 4"/>
          <p:cNvSpPr/>
          <p:nvPr/>
        </p:nvSpPr>
        <p:spPr>
          <a:xfrm>
            <a:off x="5162040" y="3429000"/>
            <a:ext cx="337464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El Well-Architected Framework es un conjunto de buenas prácticas para diseñar sistemas en la nube que sean seguros, confiables, eficientes y optimizados en costos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1800" y="158040"/>
            <a:ext cx="6220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Cloud Adoption Framework (Perspectives)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Cloud Adoption Framework (Perspectives)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un modelo que ayuda a las empresas a migrar y adoptar la nube correctamente, considerando las perspectivas de: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Business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People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Governance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1800" b="0" i="1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¿Cómo una empresa se transforma para usar la nube?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1800" y="158040"/>
            <a:ext cx="6220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Cloud Adoption Framework (Perspectives)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Cloud Adoption Framework (Perspectives)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Business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Negocio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People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Personas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Governance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Gobernanza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Plataforma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Operaciones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uadroTexto 4"/>
          <p:cNvSpPr/>
          <p:nvPr/>
        </p:nvSpPr>
        <p:spPr>
          <a:xfrm>
            <a:off x="5162040" y="3429000"/>
            <a:ext cx="337464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Cuando una empresa migra a la nube, no solo cambia tecnología: debe transformar su negocio, sus personas, su gobierno y su operación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1800" y="158040"/>
            <a:ext cx="12423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Enfoque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Enfoque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Ventajas     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Beneficios del cloud ( Por qué?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Well Architected    Buen diseño técnico (Cómo diseñar?)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CAF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Transformación empresarial (Cómo adoptar?)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ACTIVIDAD: </a:t>
            </a:r>
            <a:r>
              <a:rPr lang="en-US" sz="20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https://curso-aws.vercel.app/conceptos/version3.html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1800" y="158040"/>
            <a:ext cx="456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Seis ventajas del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Seis ventajas del Cloud Computing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Cambiar CAPEX por OPEX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Beneficiarse de Economías de escala  masiva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Dejar de adivinar capacidad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Incrementar la velocidad y agilidad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Dejar de gastar dinero corriendo data centers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 Globalizar en  minutos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451800" y="158040"/>
            <a:ext cx="456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Seis ventajas del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Cambiar CAPEX por OPEX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CAPEX – gasto de capital (implementación)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OPEX – gasto operativo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Las empresas dejan de invertir grandes cantidades de dinero en infraestructura y pasan a pagar solo por lo que usan.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compras servidores → los alquilas bajo demanda.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1800" y="158040"/>
            <a:ext cx="456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Seis ventajas del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Beneficiarse de economías de escala masiva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reduce costos porque opera a gran escala global.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compra y optimiza mejor que cualquier empresa individual.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51800" y="158040"/>
            <a:ext cx="456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Seis ventajas del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Dejar de adivinar capacidad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Ya no necesitas estimar cuántos servidores comprar.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Escalas según demanda real.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51800" y="158040"/>
            <a:ext cx="456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Seis ventajas del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Incrementar la velocidad y agilidad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Puedes crear recursos en minutos en lugar de semanas.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 rapidez = más innovación.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451800" y="158040"/>
            <a:ext cx="456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Seis ventajas del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Dejar de gastar dinero en data centers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se encarga del hardware, energía y mantenimiento.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 enfocas en el negocio, no en infraestructura.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1800" y="158040"/>
            <a:ext cx="45644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Seis ventajas del Cloud Computing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Globalizar en minutos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Puedes desplegar aplicaciones en cualquier parte del mundo rápidamente.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Expansión global sin construir infraestructura.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51800" y="158040"/>
            <a:ext cx="3815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Excelencia operativa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Seguridad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Confiabilidad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Eficiencia del rendimiento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Optimización de costos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Sostenibilidad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51800" y="158040"/>
            <a:ext cx="3815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Excelencia operativa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Operar sistemas de forma eficiente y controlada.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Automatizar, monitorear y mejorar continuamente.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51800" y="158040"/>
            <a:ext cx="3815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Seguridad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Proteger datos, accesos y sistemas.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 de acceso + cifrado + monitoreo.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51800" y="158040"/>
            <a:ext cx="3815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Confiabilidad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sistema debe seguir funcionando incluso si algo falla.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Diseñar para fallos.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451800" y="158040"/>
            <a:ext cx="3815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Eficiencia de rendimiento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Usar los recursos correctos según la necesidad.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Ni más ni menos → lo justo.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451800" y="158040"/>
            <a:ext cx="3815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Optimización de costos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Evitar gastar más de lo necesario.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Apagar, ajustar, optimizar.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451800" y="158040"/>
            <a:ext cx="38152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Well Architected Framework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Sostenibilidad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Reducir el impacto ambiental del uso de tecnología.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 eficiente = menos consumo energético.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* Personas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*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Negocio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*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Gobernanza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*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Plataforma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*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Seguridad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Noto Sans CJK SC"/>
              </a:rPr>
              <a:t>*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Operaciones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Personas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Preparar a los equipos para trabajar en cloud.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Cambio cultural y habilidades.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Negocio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Definir por qué la empresa quiere usar cloud.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Debe haber valor de negocio.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Gobernanza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Definir reglas, control y políticas.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Evitar desorden y sobrecostos.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Plataforma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Construir la base tecnológica en cloud.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Infraestructura y servicios base.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Seguridad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Definir cómo proteger la organización en cloud.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Seguridad a nivel organizacional.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Operaciones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🧠 ¿Qué significa?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Gestionar el día a día del entorno cloud.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💡 Idea clave: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Monitoreo, soporte y continuidad.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451800" y="158040"/>
            <a:ext cx="44492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Cloud Adoption Framework (CAF)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Actividad: </a:t>
            </a:r>
            <a:r>
              <a:rPr lang="es-MX" sz="20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https://curso-aws.vercel.app/conceptos/descripciones.html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"/>
          <p:cNvSpPr/>
          <p:nvPr/>
        </p:nvSpPr>
        <p:spPr>
          <a:xfrm>
            <a:off x="451800" y="158040"/>
            <a:ext cx="6156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Cloud Adoption Framework (Perspectives)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Cloud Adoption Framework (Perspectives)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Business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Negocio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People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Personas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Governance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Gobernanza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Plataforma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Seguridad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Operaciones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uadroTexto 1"/>
          <p:cNvSpPr/>
          <p:nvPr/>
        </p:nvSpPr>
        <p:spPr>
          <a:xfrm>
            <a:off x="5162040" y="3429000"/>
            <a:ext cx="33746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MX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Cuando una empresa migra a la nube, no solo cambia tecnología: debe transformar su negocio, sus personas, su gobierno y su operación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4218</TotalTime>
  <Application>LibreOffice/25.8.5.2$Linux_X86_64 LibreOffice_project/580$Build-2</Application>
  <AppVersion>15.0000</AppVersion>
  <Words>1210</Words>
  <Paragraphs>298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Santiago Mosquera</dc:creator>
  <dc:description>generated using python-pptx</dc:description>
  <dc:language>en-US</dc:language>
  <cp:lastModifiedBy/>
  <dcterms:modified xsi:type="dcterms:W3CDTF">2026-03-24T21:53:03Z</dcterms:modified>
  <cp:revision>76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30</vt:i4>
  </property>
</Properties>
</file>