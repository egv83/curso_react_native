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0E3839-E8A5-482C-85D0-839925BCBC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A314A1-67C1-48EC-B17F-DC25EB3D03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8865E0-8BCC-4E8C-BC15-51B0C02C9F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6B148C-87FD-44E4-BD37-037FA3B4D3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00F976-3318-4A30-ACCF-25441BE4C6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B665E0-882A-4D0E-A42D-611D99C8E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764060-B515-4DB6-AD18-E0750B48C2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79D6E1-9DB9-4745-BC59-0C7A3FF8EF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8B1F92-FD7C-4D27-82D3-2BB5F5CB54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606310-8919-4E10-BBAC-B4A256E2A7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E8277C-A2F8-4E1F-92D3-A5BC79B0EA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317920" y="2153880"/>
            <a:ext cx="493092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Servicios de Integración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5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7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9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3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14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16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1800" y="199440"/>
            <a:ext cx="43776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¿Qué es Application Integration?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¿Qué es Application Integration?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que diferentes aplicaciones se comuniquen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 web → 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Microservicios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1800" y="199440"/>
            <a:ext cx="17820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El problema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Sistemas modernos: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Muchos servicios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Diferentes tecnologías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❗ Conexión directa → frágil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➡️ Necesitamos desacoplar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1800" y="199440"/>
            <a:ext cx="2984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Síncrono vs Asíncrono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Síncrono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Espera respuesta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Asíncrono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espera respuesta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Procesa después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1800" y="199440"/>
            <a:ext cx="2984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Síncrono vs Asíncrono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Síncrono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Espera respuesta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Asíncrono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espera respuesta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Procesa después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Llamada (síncrono)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Mensaje WhatsApp (asíncrono)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1800" y="199440"/>
            <a:ext cx="3205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Modelos de integración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problema tiene un modelo: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Notificaciones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Eventos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1800" y="199440"/>
            <a:ext cx="21013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Colas (Queues)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Colas (Queues)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Fila de mensajes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Comunicación asíncrona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Procesar después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 pérdida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1800" y="199440"/>
            <a:ext cx="2069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Notificaciones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Notificaciones (Publish/Subscribe)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mensaje a muchos sistemas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Comunicación asíncrona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Alertas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Broadcast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1800" y="199440"/>
            <a:ext cx="12664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Eventos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Eventos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 ocurre → dispara acción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Asíncrono y automático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1800" y="199440"/>
            <a:ext cx="807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APIs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Entrada al sistema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Generalmente síncrono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 ↔ 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1800" y="199440"/>
            <a:ext cx="807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APIs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Punto de entrada al sistema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 ↔ 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Integraciones síncronas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1800" y="199440"/>
            <a:ext cx="3297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 conceptos a servicios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 conceptos a servicios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Cola → SQS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Notificaciones → SNS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Eventos → EventBridge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→ API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Workflow → Step Functions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1800" y="199440"/>
            <a:ext cx="2582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Arquitectura típica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Arquitectura típica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Flujo moderno: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Usuario → API Gateway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Backend → Lambda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Comunicación → SQS / SNS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Automatización → EventBridge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Procesos → Step Functions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1800" y="199440"/>
            <a:ext cx="1865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SQS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SQS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 de colas que permite procesar mensajes de forma asíncrona entre sistemas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1800" y="199440"/>
            <a:ext cx="17820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SNS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SNS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Envía notificaciones a múltiples sistemas al mismo tiempo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1800" y="199440"/>
            <a:ext cx="2842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EventBridge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r>
              <a:rPr lang="es-MX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EventBridge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 de Eventos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Conecta aplicaciones mediante eventos que disparan acciones automáticamente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51800" y="199440"/>
            <a:ext cx="2742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Step Functions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Step Functions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Orquestador de procesos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Coordina múltiples pasos en un proceso automatizado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1800" y="199440"/>
            <a:ext cx="177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MQ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Amazon MQ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 de mensajería compatible con sistemas tradicionales como ActiveMQ o RabbitMQ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1800" y="199440"/>
            <a:ext cx="1947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AppSync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AppSync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crear APIs usando GraphQL para obtener datos de múltiples fuentes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1800" y="199440"/>
            <a:ext cx="18226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API Gateway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Gateway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Puerta de entrada a las APIs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crear y gestionar APIs para conectar aplicaciones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51800" y="199440"/>
            <a:ext cx="1371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SQS → cola (asíncrono, uno a uno)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SNS → notificación (asíncrono, uno a muchos)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EventBridge → eventos (asíncrono automático)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Functions → workflow (orquestación)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MQ → legacy RabbitMQ, ActiveMQ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AppSync → GraphQL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API Gateway → APIs (síncrono)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1900</TotalTime>
  <Application>LibreOffice/25.8.5.2$Linux_X86_64 LibreOffice_project/580$Build-2</Application>
  <AppVersion>15.0000</AppVersion>
  <Words>470</Words>
  <Paragraphs>144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>generated using python-pptx</dc:description>
  <dc:language>en-US</dc:language>
  <cp:lastModifiedBy/>
  <dcterms:modified xsi:type="dcterms:W3CDTF">2026-03-18T22:03:03Z</dcterms:modified>
  <cp:revision>41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21</vt:i4>
  </property>
</Properties>
</file>