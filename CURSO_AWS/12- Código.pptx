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8E3EBE-015E-44BE-82E4-7A2D7243E1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32A04B-D521-4FFD-B360-EAF53A3C68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E520FE-172E-47E9-AF78-5E82AF421E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3630A4-2C19-4907-BE8E-4693C16F46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BE1616-04DE-4C22-8A00-09F3FFE79F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C1E6E7-A032-4EBC-B514-6B6B9927AD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07F843-1F8B-45C6-84C2-25200E255A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E5575C-1C29-4860-918D-B815932B02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887295-0A37-47A9-BE1C-21E031B3DC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5B97AC-80EF-41A0-B385-2B9A74CCF5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A00FAF-518F-458F-BE8C-10273E8697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0600" y="0"/>
            <a:ext cx="1216116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217920"/>
            <a:ext cx="12191760" cy="639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317920" y="2153880"/>
            <a:ext cx="4930920" cy="17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AWS Cloud Practitioner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Curso de preparación para la certificación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Servicios de Código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5"/>
          <p:cNvPicPr/>
          <p:nvPr/>
        </p:nvPicPr>
        <p:blipFill>
          <a:blip r:embed="rId1"/>
          <a:stretch/>
        </p:blipFill>
        <p:spPr>
          <a:xfrm>
            <a:off x="2634480" y="3896640"/>
            <a:ext cx="1361520" cy="4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7"/>
          <p:cNvPicPr/>
          <p:nvPr/>
        </p:nvPicPr>
        <p:blipFill>
          <a:blip r:embed="rId2"/>
          <a:stretch/>
        </p:blipFill>
        <p:spPr>
          <a:xfrm>
            <a:off x="2855880" y="3355920"/>
            <a:ext cx="1276200" cy="12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9"/>
          <p:cNvPicPr/>
          <p:nvPr/>
        </p:nvPicPr>
        <p:blipFill>
          <a:blip r:embed="rId3"/>
          <a:stretch/>
        </p:blipFill>
        <p:spPr>
          <a:xfrm>
            <a:off x="825840" y="132552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13"/>
          <p:cNvPicPr/>
          <p:nvPr/>
        </p:nvPicPr>
        <p:blipFill>
          <a:blip r:embed="rId4"/>
          <a:stretch/>
        </p:blipFill>
        <p:spPr>
          <a:xfrm>
            <a:off x="9990720" y="4917240"/>
            <a:ext cx="12574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14"/>
          <p:cNvPicPr/>
          <p:nvPr/>
        </p:nvPicPr>
        <p:blipFill>
          <a:blip r:embed="rId5"/>
          <a:stretch/>
        </p:blipFill>
        <p:spPr>
          <a:xfrm>
            <a:off x="7115760" y="5100120"/>
            <a:ext cx="228564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16"/>
          <p:cNvPicPr/>
          <p:nvPr/>
        </p:nvPicPr>
        <p:blipFill>
          <a:blip r:embed="rId6"/>
          <a:stretch/>
        </p:blipFill>
        <p:spPr>
          <a:xfrm>
            <a:off x="4845600" y="5157000"/>
            <a:ext cx="129852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1800" y="199440"/>
            <a:ext cx="2476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¿Qué es DevOps?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 DevOps?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Integrar desarrollo + operaciones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Objetivo: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Desarrollar más rápido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Desplegar automáticamente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Reducir errores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1800" y="199440"/>
            <a:ext cx="1870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Flujo DevOps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Flujo de DevOps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Pipeline típico: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Escribir 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Guardar 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Construir (build)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5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Desplegar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1800" y="199440"/>
            <a:ext cx="920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CI/CD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CI/CD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 (Continuous Integration)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Integrar y probar código constantemente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CD (Continuous Deployment)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Desplegar automáticamente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1800" y="199440"/>
            <a:ext cx="2284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Pipeline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Flujo completo: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Código → CodeCommit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Build → CodeBuild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Deploy → CodeDeploy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Orquestación → CodePipeline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1800" y="199440"/>
            <a:ext cx="1870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Flujo DevOps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CodeCommit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Repositorio de código (tipo GitHub)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Guardar código de forma segura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 de versiones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1800" y="199440"/>
            <a:ext cx="2167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CodeBuild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CodeBuild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 que </a:t>
            </a:r>
            <a:r>
              <a:rPr lang="es-MX" sz="1800" b="1" u="none" strike="noStrike">
                <a:solidFill>
                  <a:srgbClr val="ff4000"/>
                </a:solidFill>
                <a:effectLst/>
                <a:uFillTx/>
                <a:latin typeface="Calibri"/>
              </a:rPr>
              <a:t>compila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y prueba </a:t>
            </a:r>
            <a:r>
              <a:rPr lang="es-MX" sz="1800" b="1" u="none" strike="noStrike">
                <a:solidFill>
                  <a:srgbClr val="ff4000"/>
                </a:solidFill>
                <a:effectLst/>
                <a:uFillTx/>
                <a:latin typeface="Calibri"/>
              </a:rPr>
              <a:t>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Ejecutar builds automáticos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Correr tests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1800" y="199440"/>
            <a:ext cx="2398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CodeDeploy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CodeDeploy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 para desplegar aplicaciones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en EC2, Lambda,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Automatizar despliegues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1800" y="199440"/>
            <a:ext cx="25437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CodePipeline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CodePipeline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Orquesta todo el pipeline CI/CD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Automatizar todo el flujo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Integrar servicios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1800" y="199440"/>
            <a:ext cx="1753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Cloud9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Cloud9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IDE en la nube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Programar desde el navegador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No instalar nada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451800" y="199440"/>
            <a:ext cx="15807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X-Ray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X-Ray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Herramienta de monitoreo de aplicaciones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Detectar errores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Analizar latencia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1800" y="199440"/>
            <a:ext cx="1847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Amplify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Amplify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Plataforma para crear apps web/mobile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Frontend + backend simple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Hosting + autenticación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Plataforma que te permite crear, desplegar y gestionar aplicaciones web y móviles de forma rápida, sin preocuparte por la infraestructura.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FullStack simplificado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51800" y="199440"/>
            <a:ext cx="1847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Amplify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Amplify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Amplify te resuelve 3 cosas clave: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Frontend hosting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Subes tu app (React, Angular, Vue)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la publica automáticamente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Backend listo (sin complicarte)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Puedes agregar fácilmente: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Login (autenticación)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 de datos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Storage (archivos)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CI/CD automático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Conectas GitHub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cambio → se despliega solo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1800" y="199440"/>
            <a:ext cx="1739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Proton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Proton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 infraestructura para microservicios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Estandarizar despliegues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Automatizar DevOps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Caso típico: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👉 “Equipos grandes con microservicios”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1800" y="199440"/>
            <a:ext cx="13719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</a:t>
            </a: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esumen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Resumen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CodeCommit → Git de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CodeBuild → compilar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CodeDeploy → desplegar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CodePipeline → automatizar todo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Cloud9 → IDE WEB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X-Ray → monitorear apps, detectar cuellos de botella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Amplify → crear apps rápido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AppConfig → cambiar config de parametros en caliente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Proton → DevOps avanzado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3224</TotalTime>
  <Application>LibreOffice/25.8.5.2$Linux_X86_64 LibreOffice_project/580$Build-2</Application>
  <AppVersion>15.0000</AppVersion>
  <Words>516</Words>
  <Paragraphs>154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Santiago Mosquera</dc:creator>
  <dc:description>generated using python-pptx</dc:description>
  <dc:language>en-US</dc:language>
  <cp:lastModifiedBy/>
  <dcterms:modified xsi:type="dcterms:W3CDTF">2026-03-18T22:03:10Z</dcterms:modified>
  <cp:revision>47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15</vt:i4>
  </property>
</Properties>
</file>