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58.xml" ContentType="application/vnd.openxmlformats-officedocument.presentationml.slide+xml"/>
  <Override PartName="/ppt/slides/slide19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38.xml" ContentType="application/vnd.openxmlformats-officedocument.presentationml.slide+xml"/>
  <Override PartName="/ppt/slides/slide35.xml" ContentType="application/vnd.openxmlformats-officedocument.presentationml.slide+xml"/>
  <Override PartName="/ppt/slides/slide50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52.xml" ContentType="application/vnd.openxmlformats-officedocument.presentationml.slide+xml"/>
  <Override PartName="/ppt/slides/slide14.xml" ContentType="application/vnd.openxmlformats-officedocument.presentationml.slide+xml"/>
  <Override PartName="/ppt/slides/slide5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42.xml" ContentType="application/vnd.openxmlformats-officedocument.presentationml.slide+xml"/>
  <Override PartName="/ppt/slides/slide53.xml" ContentType="application/vnd.openxmlformats-officedocument.presentationml.slide+xml"/>
  <Override PartName="/ppt/slides/slide56.xml" ContentType="application/vnd.openxmlformats-officedocument.presentationml.slide+xml"/>
  <Override PartName="/ppt/slides/slide24.xml" ContentType="application/vnd.openxmlformats-officedocument.presentationml.slide+xml"/>
  <Override PartName="/ppt/slides/slide55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4.xml" ContentType="application/vnd.openxmlformats-officedocument.presentationml.slid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BDDFAE-C257-4724-AC6E-535194A22EE9}" type="slidenum">
              <a: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3833280" y="-1623240"/>
            <a:ext cx="4525560" cy="1097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E81D05-22DC-48E2-BBB5-584839636D86}" type="slidenum">
              <a: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7285320" y="1828440"/>
            <a:ext cx="5851080" cy="274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1697400" y="-812880"/>
            <a:ext cx="5851080" cy="802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234C7B-9988-4130-A27E-FAE1C7127436}" type="slidenum">
              <a: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012885-3BD2-4D86-8FE6-3B8D18DC24BF}" type="slidenum">
              <a: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A75835-F648-47E6-A5ED-D99FACE7127F}" type="slidenum">
              <a: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23EB63-D2D3-484D-B7D2-879AD609723C}" type="slidenum">
              <a: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9CD9C7-0BCF-4F9A-B969-3FAEEDF7FB70}" type="slidenum">
              <a: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1B6C91-C1D1-4C0C-A5D7-76B1C18AE5EC}" type="slidenum">
              <a: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21382F-CC13-41E3-8C5B-2A32701EF3B5}" type="slidenum">
              <a: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0A3B7C-7DDC-4103-AC1B-A17ABCDEB3C6}" type="slidenum">
              <a: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1801B2-92B4-4A2F-8FA5-E0749D098DF1}" type="slidenum">
              <a:rPr lang="es-MX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84;p1"/>
          <p:cNvSpPr/>
          <p:nvPr/>
        </p:nvSpPr>
        <p:spPr>
          <a:xfrm>
            <a:off x="30600" y="0"/>
            <a:ext cx="121611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5;p1"/>
          <p:cNvSpPr/>
          <p:nvPr/>
        </p:nvSpPr>
        <p:spPr>
          <a:xfrm>
            <a:off x="0" y="6217920"/>
            <a:ext cx="12191760" cy="639720"/>
          </a:xfrm>
          <a:prstGeom prst="rect">
            <a:avLst/>
          </a:prstGeom>
          <a:solidFill>
            <a:srgbClr val="ff9900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6;p1"/>
          <p:cNvSpPr/>
          <p:nvPr/>
        </p:nvSpPr>
        <p:spPr>
          <a:xfrm>
            <a:off x="5317920" y="2153880"/>
            <a:ext cx="4930920" cy="17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s-MX" sz="3800" b="1" u="none" strike="noStrike">
                <a:solidFill>
                  <a:srgbClr val="232f3e"/>
                </a:solidFill>
                <a:effectLst/>
                <a:uFillTx/>
                <a:latin typeface="Calibri"/>
                <a:ea typeface="Calibri"/>
              </a:rPr>
              <a:t>AWS Cloud Practitioner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Curso de preparación para la certificación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Servicios Varios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Google Shape;87;p1"/>
          <p:cNvPicPr/>
          <p:nvPr/>
        </p:nvPicPr>
        <p:blipFill>
          <a:blip r:embed="rId1"/>
          <a:stretch/>
        </p:blipFill>
        <p:spPr>
          <a:xfrm>
            <a:off x="2634480" y="3896640"/>
            <a:ext cx="1361520" cy="45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Google Shape;88;p1"/>
          <p:cNvPicPr/>
          <p:nvPr/>
        </p:nvPicPr>
        <p:blipFill>
          <a:blip r:embed="rId2"/>
          <a:stretch/>
        </p:blipFill>
        <p:spPr>
          <a:xfrm>
            <a:off x="2855880" y="3355920"/>
            <a:ext cx="1276200" cy="127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Google Shape;89;p1"/>
          <p:cNvPicPr/>
          <p:nvPr/>
        </p:nvPicPr>
        <p:blipFill>
          <a:blip r:embed="rId3"/>
          <a:stretch/>
        </p:blipFill>
        <p:spPr>
          <a:xfrm>
            <a:off x="825840" y="1325520"/>
            <a:ext cx="3873960" cy="387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Google Shape;90;p1"/>
          <p:cNvPicPr/>
          <p:nvPr/>
        </p:nvPicPr>
        <p:blipFill>
          <a:blip r:embed="rId4"/>
          <a:stretch/>
        </p:blipFill>
        <p:spPr>
          <a:xfrm>
            <a:off x="9990720" y="4917240"/>
            <a:ext cx="1257480" cy="12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Google Shape;91;p1"/>
          <p:cNvPicPr/>
          <p:nvPr/>
        </p:nvPicPr>
        <p:blipFill>
          <a:blip r:embed="rId5"/>
          <a:stretch/>
        </p:blipFill>
        <p:spPr>
          <a:xfrm>
            <a:off x="7115760" y="5100120"/>
            <a:ext cx="228564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Google Shape;92;p1"/>
          <p:cNvPicPr/>
          <p:nvPr/>
        </p:nvPicPr>
        <p:blipFill>
          <a:blip r:embed="rId6"/>
          <a:stretch/>
        </p:blipFill>
        <p:spPr>
          <a:xfrm>
            <a:off x="4845600" y="5157000"/>
            <a:ext cx="1298520" cy="77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97;p2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8;p2"/>
          <p:cNvSpPr/>
          <p:nvPr/>
        </p:nvSpPr>
        <p:spPr>
          <a:xfrm>
            <a:off x="451800" y="199440"/>
            <a:ext cx="15501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COMPUTO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9;p2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EC2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EC2 Auto Scaling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Lambda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Elastic Beanstalk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LightSail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AWS Fargate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Amazon ECS (Elastic Container Service)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Amazon EKS (Kubernetes)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Calibri"/>
              </a:rPr>
              <a:t>• AWS Batch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Calibri"/>
              </a:rPr>
              <a:t>• AWS App Runner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104;p3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05;p3"/>
          <p:cNvSpPr/>
          <p:nvPr/>
        </p:nvSpPr>
        <p:spPr>
          <a:xfrm>
            <a:off x="451800" y="158040"/>
            <a:ext cx="23094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¿Qué es Docker?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06;p3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Docker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Empaqueta una app + dependencias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Corre igual en cualquier entorno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Crea Contenedores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11;p4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12;p4"/>
          <p:cNvSpPr/>
          <p:nvPr/>
        </p:nvSpPr>
        <p:spPr>
          <a:xfrm>
            <a:off x="451800" y="158040"/>
            <a:ext cx="14932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Kubernets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13;p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Kubernets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Orquestador de contenedores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Un </a:t>
            </a: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orquestador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es un sistema que se encarga de gestionar, organizar y mantener funcionando muchos contenedores automáticamente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Despliega contenedores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Escala automáticamente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Recupera errores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Balancea tráfico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18;p5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19;p5"/>
          <p:cNvSpPr/>
          <p:nvPr/>
        </p:nvSpPr>
        <p:spPr>
          <a:xfrm>
            <a:off x="451800" y="199440"/>
            <a:ext cx="40186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ECS (Elastic Container Service)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20;p5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ECS (Elastic Container Service)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Orquestador de contenedores de AWS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Más simple que Kubernetes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125;p6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26;p6"/>
          <p:cNvSpPr/>
          <p:nvPr/>
        </p:nvSpPr>
        <p:spPr>
          <a:xfrm>
            <a:off x="451800" y="199440"/>
            <a:ext cx="40186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ECS (Elastic Container Service)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27;p6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s-MX" sz="2800" b="1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 (Elastic Kubernetes Service)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Kubernetes gestionado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132;p7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33;p7"/>
          <p:cNvSpPr/>
          <p:nvPr/>
        </p:nvSpPr>
        <p:spPr>
          <a:xfrm>
            <a:off x="451800" y="199440"/>
            <a:ext cx="13251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FARGATE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34;p7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FARGATE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Ejecuta contenedores SIN servidores (serverless)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gestiona la infraestructura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No trabaja solo, siempre funciona con ECS o EKS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39;p8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40;p8"/>
          <p:cNvSpPr/>
          <p:nvPr/>
        </p:nvSpPr>
        <p:spPr>
          <a:xfrm>
            <a:off x="451800" y="199440"/>
            <a:ext cx="19695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Contenedores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41;p8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CONTENEDORES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Docker -&gt; Crea contenedor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ECS / EKS -&gt; orquesta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Fargate -&gt; ejecuta sin servidores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146;p9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47;p9"/>
          <p:cNvSpPr/>
          <p:nvPr/>
        </p:nvSpPr>
        <p:spPr>
          <a:xfrm>
            <a:off x="451800" y="158040"/>
            <a:ext cx="153972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COMPUTO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48;p9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BATCH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Ejecuta procesamiento por lotes (procesos grandes automáticos)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App Runner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Despliega apps web sin preocuparte por infraestructura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53;p10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54;p10"/>
          <p:cNvSpPr/>
          <p:nvPr/>
        </p:nvSpPr>
        <p:spPr>
          <a:xfrm>
            <a:off x="451800" y="199440"/>
            <a:ext cx="44773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SECURITY &amp; IDENTITY (Seguridad)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55;p10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IDENTIDAD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IAM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IAM Identity Center (SSO)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Amazon Cognito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Gobernanza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AWS Organizations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AWS Control Tower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AWS Service Catalog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Infraestructura como código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CloudFormation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160;p1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61;p11"/>
          <p:cNvSpPr/>
          <p:nvPr/>
        </p:nvSpPr>
        <p:spPr>
          <a:xfrm>
            <a:off x="451800" y="199440"/>
            <a:ext cx="3088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IAM IDENTITY CENTER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62;p11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IAM IDENTITY CENTER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Login único (SSO)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Empleado entra una vez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Accede a múltiples cuentas AWS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67;p12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68;p12"/>
          <p:cNvSpPr/>
          <p:nvPr/>
        </p:nvSpPr>
        <p:spPr>
          <a:xfrm>
            <a:off x="451800" y="199440"/>
            <a:ext cx="22726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Amazon Cognito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69;p12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Amazon Cognito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Servicio para gestionar la identidad de los usuarios de una app.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Qué permite?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Registro e inicio de sesión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Login con Google, Facebook u otros proveedores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74;p13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75;p13"/>
          <p:cNvSpPr/>
          <p:nvPr/>
        </p:nvSpPr>
        <p:spPr>
          <a:xfrm>
            <a:off x="451800" y="199440"/>
            <a:ext cx="22726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Amazon Cognito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76;p13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IAM: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permisos para recursos AWS dentro de tu cuenta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IAM Identity Center: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acceso centralizado para empleados a varias cuentas/apps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Cognito: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login de clientes o usuarios finales de una aplicación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81;p14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82;p14"/>
          <p:cNvSpPr/>
          <p:nvPr/>
        </p:nvSpPr>
        <p:spPr>
          <a:xfrm>
            <a:off x="451800" y="199440"/>
            <a:ext cx="3088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AWS ORGANIZATIONS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83;p1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ORGANIZATIONS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Ventajas: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Facturación centralizada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Control de permisos (SCP)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Separación de ambientes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Empresa con: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cuenta dev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cuenta prod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Todo bajo Organizations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88;p15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89;p15"/>
          <p:cNvSpPr/>
          <p:nvPr/>
        </p:nvSpPr>
        <p:spPr>
          <a:xfrm>
            <a:off x="451800" y="199440"/>
            <a:ext cx="24368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CONTROL TOWER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90;p15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CONTROL TOWER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Creación automática de cuentas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Reglas (guardrails)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Seguridad por defecto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Organizations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-&gt; estructura cuentas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Control Tower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-&gt; automatiza y gobierna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¿¿configuración automática multi-cuenta???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Control Tower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95;p16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96;p16"/>
          <p:cNvSpPr/>
          <p:nvPr/>
        </p:nvSpPr>
        <p:spPr>
          <a:xfrm>
            <a:off x="451800" y="199440"/>
            <a:ext cx="2127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Service Catalog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97;p16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Service Catalog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Catálogo de servicios aprobados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Empresa permite solo ciertos tipos de EC2, solo pueden usar ciertos servicios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202;p17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203;p17"/>
          <p:cNvSpPr/>
          <p:nvPr/>
        </p:nvSpPr>
        <p:spPr>
          <a:xfrm>
            <a:off x="451800" y="199440"/>
            <a:ext cx="22489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CloudFormation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204;p17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CloudFormation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Infraestructura como código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Defines recursos en JSON/YAML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En lugar de crear EC2 manual: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crear EC2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crear S3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crear VPC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 define en los archivos JSON/YAML de CloudFormation todas estas acciones y cuando se ejecuta se hace automático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209;p18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0;p18"/>
          <p:cNvSpPr/>
          <p:nvPr/>
        </p:nvSpPr>
        <p:spPr>
          <a:xfrm>
            <a:off x="451800" y="199440"/>
            <a:ext cx="22489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CloudFormation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211;p18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CloudFormation vs Amplify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Amplify usa CloudFormation por debajo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Amplify abstrae la complejidad de CloudFormation para permitir el desarrollo y despliegue rápido de aplicaciones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 CloudFormation: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Defines todo en YAML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Configuras recursos manualmente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 Amplify: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Usas comandos simples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hace todo por ti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216;p19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217;p19"/>
          <p:cNvSpPr/>
          <p:nvPr/>
        </p:nvSpPr>
        <p:spPr>
          <a:xfrm>
            <a:off x="451800" y="199440"/>
            <a:ext cx="4276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MONITORING &amp; MANAGEMENT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8;p19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MONITORING &amp; MANAGEMENT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CloudWatch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CloudTrail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Config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Trusted Advisor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Health Dashboard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AWS Systems Manager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223;p20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24;p20"/>
          <p:cNvSpPr/>
          <p:nvPr/>
        </p:nvSpPr>
        <p:spPr>
          <a:xfrm>
            <a:off x="451800" y="199440"/>
            <a:ext cx="31035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AWS Systems Manager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225;p20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Systems Manager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Gestión centralizada de servidores (EC2 y on-premise)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¿Para qué sirve?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Ejecutar comandos remotamente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Aplicar parches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Automatizar tareas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Conectarse sin SSH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Administrar y operar instancias de forma centralizada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230;p2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231;p21"/>
          <p:cNvSpPr/>
          <p:nvPr/>
        </p:nvSpPr>
        <p:spPr>
          <a:xfrm>
            <a:off x="451800" y="199440"/>
            <a:ext cx="27100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ALMACENAMIENTO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232;p21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Almacenamiento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S3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EBS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EFS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Fsx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Instance Store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Storage Gateway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Backup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237;p22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238;p22"/>
          <p:cNvSpPr/>
          <p:nvPr/>
        </p:nvSpPr>
        <p:spPr>
          <a:xfrm>
            <a:off x="451800" y="199440"/>
            <a:ext cx="23547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BASES DE DATOS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239;p22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Bases de datos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Aurora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DynamoDB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ElastiCache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Redshift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DocumentDB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Neptune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Calibri"/>
              </a:rPr>
              <a:t>• Amazon Keyspaces (Cassandra)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Calibri"/>
              </a:rPr>
              <a:t>• Amazon Timestream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Calibri"/>
              </a:rPr>
              <a:t>• Amazon QLDB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244;p23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245;p23"/>
          <p:cNvSpPr/>
          <p:nvPr/>
        </p:nvSpPr>
        <p:spPr>
          <a:xfrm>
            <a:off x="451800" y="199440"/>
            <a:ext cx="17082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Timestream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246;p23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Timestream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Datos en el tiempo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Sensores IoT (temperatura cada segundo)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251;p24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252;p24"/>
          <p:cNvSpPr/>
          <p:nvPr/>
        </p:nvSpPr>
        <p:spPr>
          <a:xfrm>
            <a:off x="451800" y="199440"/>
            <a:ext cx="892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QLDB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253;p2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QLDB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Base de datos inmutable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No puedes borrar historial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Registros financieros / legales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258;p25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259;p25"/>
          <p:cNvSpPr/>
          <p:nvPr/>
        </p:nvSpPr>
        <p:spPr>
          <a:xfrm>
            <a:off x="451800" y="199440"/>
            <a:ext cx="3052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Keyspaces (Cassandra)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260;p25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Keyspaces (Cassandra)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Base NOSQL distribuida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apps masivas tipo Netflix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265;p26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266;p26"/>
          <p:cNvSpPr/>
          <p:nvPr/>
        </p:nvSpPr>
        <p:spPr>
          <a:xfrm>
            <a:off x="451800" y="158040"/>
            <a:ext cx="1367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Resumen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267;p26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tiempo → Timestream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historial legal → QLDB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NETFLIX ultra escala → Keyspaces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272;p27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273;p27"/>
          <p:cNvSpPr/>
          <p:nvPr/>
        </p:nvSpPr>
        <p:spPr>
          <a:xfrm>
            <a:off x="451800" y="158040"/>
            <a:ext cx="64918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NETWORKING &amp; CDN (Content Delivery Network)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274;p27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Red base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VPC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Subnets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Route Tables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Internet Gateway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NAT Gateway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Conectividad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VPC Peering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Transit Gateway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Site-to-Site VPN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Client VPN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Direct Connect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279;p28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280;p28"/>
          <p:cNvSpPr/>
          <p:nvPr/>
        </p:nvSpPr>
        <p:spPr>
          <a:xfrm>
            <a:off x="451800" y="158040"/>
            <a:ext cx="64918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NETWORKING &amp; CDN (Content Delivery Network)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281;p28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Balanceo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Elastic Load Balancing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 o Application Load Balancer (ALB)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 o Network Load Balancer (NLB)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 o Gateway Load Balancer (GWLB)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DNS y Edge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Route 53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CloudFront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AWS Global Accelerator</a:t>
            </a:r>
            <a:r>
              <a:rPr lang="es-MX" sz="18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AWS Outposts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AWS Local Zones / Wavelength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286;p29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287;p29"/>
          <p:cNvSpPr/>
          <p:nvPr/>
        </p:nvSpPr>
        <p:spPr>
          <a:xfrm>
            <a:off x="451800" y="158040"/>
            <a:ext cx="25408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Global Accelerator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88;p29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Global Accelerator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Optimiza tráfico global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Diferencia con CloudFront: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CloudFront → contenido cacheado cerca del usuario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Global Accelerator → tráfico directo optimizado, usa la red privada de AWS, no cachea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App bancaria global → mejor latencia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Global Accelerator (no puedes cachear datos son dinámicos y sensibles, se necesita una CONEXIÓN rápida y escalable)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293;p30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94;p30"/>
          <p:cNvSpPr/>
          <p:nvPr/>
        </p:nvSpPr>
        <p:spPr>
          <a:xfrm>
            <a:off x="451800" y="158040"/>
            <a:ext cx="13464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Outposts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295;p30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Outposts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en tu datacenter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Banco con regulación estricta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instala hardware físico propio en el banco (racks, storage,networking)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 conecta a la región AWS y funciona como parte de la nube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300;p3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301;p31"/>
          <p:cNvSpPr/>
          <p:nvPr/>
        </p:nvSpPr>
        <p:spPr>
          <a:xfrm>
            <a:off x="451800" y="116280"/>
            <a:ext cx="16549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Local Zones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302;p31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Local Zones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Extensiones de una región AWS más cerca de ciudades específicas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Tus recursos están en una región (ej: Virginia)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 Local Zones: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crea una “mini región” cerca del usuario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Región: us-east-1 (Virginia)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Local Zone: Miami / Los Ángeles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🎮 Ejemplo (gaming)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Jugador en una ciudad: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❌ Sin Local Zone: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 conecta a una región lejana  ----  lag / retraso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✔ Con Local Zone: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 conecta a infraestructura cercana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respuesta inmediata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307;p32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308;p32"/>
          <p:cNvSpPr/>
          <p:nvPr/>
        </p:nvSpPr>
        <p:spPr>
          <a:xfrm>
            <a:off x="451800" y="116280"/>
            <a:ext cx="17107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Wavelength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309;p32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Wavelength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que corre dentro de la red 5G de un operador móvil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Normal: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Celular → Internet → Región AWS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más latencia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 Wavelength: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Celular → Torre 5G → Wavelength (AWS dentro del operador)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ultra baja latencia 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USOS: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Gaming móvil en tiempo real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AR / VR en celular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Vehículos conectados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IoT en tiempo real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314;p33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315;p33"/>
          <p:cNvSpPr/>
          <p:nvPr/>
        </p:nvSpPr>
        <p:spPr>
          <a:xfrm>
            <a:off x="451800" y="116280"/>
            <a:ext cx="1367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Resumen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316;p33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Outposts    AWS en tu data center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Local Zone    AWS en ciudades más cerca del usuario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Wavelength    AWS en red 5G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321;p34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322;p34"/>
          <p:cNvSpPr/>
          <p:nvPr/>
        </p:nvSpPr>
        <p:spPr>
          <a:xfrm>
            <a:off x="451800" y="199440"/>
            <a:ext cx="11221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AI / ML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323;p3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AI / ML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SageMaker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Rekognition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Comprehend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Lex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Polly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Transcribe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Translate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Amazon Bedrock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328;p35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329;p35"/>
          <p:cNvSpPr/>
          <p:nvPr/>
        </p:nvSpPr>
        <p:spPr>
          <a:xfrm>
            <a:off x="451800" y="199440"/>
            <a:ext cx="23281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Amazon Bedrock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330;p35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AI / ML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IA generativa (como ChatGPT)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Genera: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Texto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Imágenes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Código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DIFERENCIA CON SAGEMAKER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Bedrock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Usa modelos  (IA generative)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SageMaker  Crea Modelos (ML personalizado)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 Una empresa quiere crear un chatbot tipo ChatGPT, que responda preguntas de cleintes, </a:t>
            </a: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sin entrenar modelos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: Amazon Bedrock, usa modelos ya entrenados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335;p36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336;p36"/>
          <p:cNvSpPr/>
          <p:nvPr/>
        </p:nvSpPr>
        <p:spPr>
          <a:xfrm>
            <a:off x="451800" y="199440"/>
            <a:ext cx="33886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MIGRATION &amp; TRANSFER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337;p36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MIGRATION &amp; TRANSFER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Database Migration Service (DMS)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Snow Family (Snowball, Snowmobile)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Direct Connect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DataSync (ARCHIVOS)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AWS Migration Hub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AWS Application Migration Service (MGN)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AWS Transfer Family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342;p37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343;p37"/>
          <p:cNvSpPr/>
          <p:nvPr/>
        </p:nvSpPr>
        <p:spPr>
          <a:xfrm>
            <a:off x="451800" y="199440"/>
            <a:ext cx="26985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AWS Migration Hub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344;p37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Migration Hub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Servicio para centralizar y monitorear migraciones a AWS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No migra… supervise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349;p38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350;p38"/>
          <p:cNvSpPr/>
          <p:nvPr/>
        </p:nvSpPr>
        <p:spPr>
          <a:xfrm>
            <a:off x="451800" y="199440"/>
            <a:ext cx="61815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AWS APPLICATION MIGRATION SERVICE (MGN)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351;p38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APPLICATION MIGRATION SERVICE (MGN)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Servicio para migrar servidores completos a AWS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Replica servidores (on-premise → AWS)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Empresa tiene: servidor físico con aplicación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 migra a AWS sin reconstruirlo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356;p39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357;p39"/>
          <p:cNvSpPr/>
          <p:nvPr/>
        </p:nvSpPr>
        <p:spPr>
          <a:xfrm>
            <a:off x="451800" y="199440"/>
            <a:ext cx="3225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AWS TRANSFER FAMILY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358;p39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TRANSFER FAMILY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Servicio para transferir archivos usando protocolos tradicionales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Protocolos soportados: SFTP / FTPS / FTP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Diferencia con DataSync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“Mover grandes volúmenes de datos de forma automatizada”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→ DataSync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“Transferir archivos usando SFTP/FTP”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→ Transfer Family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363;p40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364;p40"/>
          <p:cNvSpPr/>
          <p:nvPr/>
        </p:nvSpPr>
        <p:spPr>
          <a:xfrm>
            <a:off x="451800" y="199440"/>
            <a:ext cx="28778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COST MANAGEMENT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365;p40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COST MANAGEMENT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Pricing Calculator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Cost Explorer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Budgets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Cost &amp; Usage Report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370;p4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371;p41"/>
          <p:cNvSpPr/>
          <p:nvPr/>
        </p:nvSpPr>
        <p:spPr>
          <a:xfrm>
            <a:off x="451800" y="158040"/>
            <a:ext cx="37944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END USER &amp; BUSINESS APPS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372;p41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END USER &amp; BUSINESS APPS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Amazon WorkSpaces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Amazon AppStream 2.0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Calibri"/>
              </a:rPr>
              <a:t>• Amazon WorkDocs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0070c0"/>
                </a:solidFill>
                <a:effectLst/>
                <a:uFillTx/>
                <a:latin typeface="Calibri"/>
                <a:ea typeface="Calibri"/>
              </a:rPr>
              <a:t>• Amazon WorkMail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Amazon Connect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377;p42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378;p42"/>
          <p:cNvSpPr/>
          <p:nvPr/>
        </p:nvSpPr>
        <p:spPr>
          <a:xfrm>
            <a:off x="451800" y="199440"/>
            <a:ext cx="17431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WorkSpaces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379;p42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WorkSpaces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Escritorio Virtual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Empleado trabaja desde casa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384;p43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385;p43"/>
          <p:cNvSpPr/>
          <p:nvPr/>
        </p:nvSpPr>
        <p:spPr>
          <a:xfrm>
            <a:off x="451800" y="199440"/>
            <a:ext cx="16171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AppStream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386;p43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AppStream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Apps vía navegador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Software pesado sin instalar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391;p44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392;p44"/>
          <p:cNvSpPr/>
          <p:nvPr/>
        </p:nvSpPr>
        <p:spPr>
          <a:xfrm>
            <a:off x="451800" y="199440"/>
            <a:ext cx="1234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Connect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393;p4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Connect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Call center en la nube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Atención al cliente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398;p45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399;p45"/>
          <p:cNvSpPr/>
          <p:nvPr/>
        </p:nvSpPr>
        <p:spPr>
          <a:xfrm>
            <a:off x="451800" y="199440"/>
            <a:ext cx="14835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WorkDocs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400;p45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WorkDocs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Almacenamiento y colaboración de documentos en la nube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Google Drive de AWS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405;p46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406;p46"/>
          <p:cNvSpPr/>
          <p:nvPr/>
        </p:nvSpPr>
        <p:spPr>
          <a:xfrm>
            <a:off x="451800" y="199440"/>
            <a:ext cx="14450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WorkMail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407;p46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WorkMail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Servicio de correo empresarial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Outlook/Exchange en AWS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12;p47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413;p47"/>
          <p:cNvSpPr/>
          <p:nvPr/>
        </p:nvSpPr>
        <p:spPr>
          <a:xfrm>
            <a:off x="451800" y="199440"/>
            <a:ext cx="1216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Security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414;p47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Security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Protección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WAF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Shield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AWS Firewall Manager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Cifrado y secretos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KMS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Secrets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Certificate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Auditoría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CloudTrail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Config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Artifact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419;p48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420;p48"/>
          <p:cNvSpPr/>
          <p:nvPr/>
        </p:nvSpPr>
        <p:spPr>
          <a:xfrm>
            <a:off x="451800" y="199440"/>
            <a:ext cx="1216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Security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421;p48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Security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Detección de amenazas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GuardDuty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Inspector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Macie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• Amazon Detective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Gestión centralizada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Security Hub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426;p49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427;p49"/>
          <p:cNvSpPr/>
          <p:nvPr/>
        </p:nvSpPr>
        <p:spPr>
          <a:xfrm>
            <a:off x="451800" y="199440"/>
            <a:ext cx="30700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AWS Firewall Manager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428;p49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Firewall Manager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Servicio para gestionar </a:t>
            </a: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reglas de seguridad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 forma centralizada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Controla: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WAF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Shield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Security Groups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Empresa con múltiples cuentas: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Quiere aplicar mismas reglas de firewall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Usa Firewall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433;p50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434;p50"/>
          <p:cNvSpPr/>
          <p:nvPr/>
        </p:nvSpPr>
        <p:spPr>
          <a:xfrm>
            <a:off x="451800" y="199440"/>
            <a:ext cx="30700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AWS Firewall Manager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435;p50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Firewall Manager vs Security Hub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Security  HUB  centraliza y muestra el estado de seguridad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Recoge hallazgos de: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GuardDuty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Inspector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Macie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 un dashboard de seguridad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“Centralizar hallazgos de seguridad”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→ Security Hub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“Aplicar reglas de firewall en múltiples cuentas”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→ Firewall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440;p5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441;p51"/>
          <p:cNvSpPr/>
          <p:nvPr/>
        </p:nvSpPr>
        <p:spPr>
          <a:xfrm>
            <a:off x="451800" y="199440"/>
            <a:ext cx="25182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Amazon Detective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442;p51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Amazon Detective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Servicio para investigar incidentes de seguridad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Analiza datos de: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CloudTrail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VPC Flow Logs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GuardDuty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Ejemplo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GuardDuty detecta actividad sospechosa, Detective analiza cómo pasó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Detective: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Investigar y analizar incidentes de seguridad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447;p52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448;p52"/>
          <p:cNvSpPr/>
          <p:nvPr/>
        </p:nvSpPr>
        <p:spPr>
          <a:xfrm>
            <a:off x="451800" y="199440"/>
            <a:ext cx="25182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Amazon Detective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449;p52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Inspector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Detecta vulnerabilidad en EC2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GuardDuty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Detecta comportamiento sospechoso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Detective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Analiza qué pasó exactamente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454;p53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455;p53"/>
          <p:cNvSpPr/>
          <p:nvPr/>
        </p:nvSpPr>
        <p:spPr>
          <a:xfrm>
            <a:off x="451800" y="199440"/>
            <a:ext cx="26640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ANALYTICS &amp;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456;p53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ANALYTICS &amp;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Athena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Glue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EMR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Kinesis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OpenSearch Service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Data Pipeline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Lake Formation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QuickSight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461;p54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462;p54"/>
          <p:cNvSpPr/>
          <p:nvPr/>
        </p:nvSpPr>
        <p:spPr>
          <a:xfrm>
            <a:off x="451800" y="199440"/>
            <a:ext cx="35262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DEVOPS &amp; DEVELOPMENT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463;p5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ANALYTICS &amp;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CodeCommit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CodeBuild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CodeDeploy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CodePipeline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Cloud9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X-Ray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Amplify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AppConfig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Proton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468;p55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469;p55"/>
          <p:cNvSpPr/>
          <p:nvPr/>
        </p:nvSpPr>
        <p:spPr>
          <a:xfrm>
            <a:off x="451800" y="199440"/>
            <a:ext cx="37047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APPLICATION INTEGRATION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470;p55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APPLICATION INTEGRATION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SQS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SNS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EventBridge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Step Functions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MQ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AWS AppSync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• Amazon API Gateway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475;p56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476;p56"/>
          <p:cNvSpPr/>
          <p:nvPr/>
        </p:nvSpPr>
        <p:spPr>
          <a:xfrm>
            <a:off x="451800" y="199440"/>
            <a:ext cx="2748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ULTIMOS SERVICIOS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477;p56"/>
          <p:cNvSpPr/>
          <p:nvPr/>
        </p:nvSpPr>
        <p:spPr>
          <a:xfrm>
            <a:off x="968760" y="131328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BASES DE DATOS ESPECIALIZADAS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Keyspaces (Cassandra) → NoSQL distribuido a gran escala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Timestream → datos que cambian en el tiempo (IoT, métricas)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QLDB → historial inmutable (auditoría / legal)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RED Y EDGE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Global Accelerator → optimiza tráfico global (NO cache)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Outposts → AWS en tu datacenter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Local Zones → AWS más cerca de ciudades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Wavelength → AWS dentro de red 5G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INTELIGENCIA ARTIFICIAL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Bedrock → IA generativa sin entrenar modelos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482;p57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483;p57"/>
          <p:cNvSpPr/>
          <p:nvPr/>
        </p:nvSpPr>
        <p:spPr>
          <a:xfrm>
            <a:off x="451800" y="199440"/>
            <a:ext cx="2748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ULTIMOS SERVICIOS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484;p57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MIGRACIÓN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Migration Hub → monitorea migraciones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MGN → migra servidores completos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Transfer Family → FTP/SFTP en AWS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END USER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WorkSpaces → escritorio virtual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AppStream 2.0 → apps en navegador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WorkDocs → documentos colaborativos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WorkMail → correo empresarial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Connect → call center en la nube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SEGURIDAD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Firewall Manager → aplica reglas de seguridad centralizadas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Detective → investiga incidentes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23;p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224;p 1"/>
          <p:cNvSpPr/>
          <p:nvPr/>
        </p:nvSpPr>
        <p:spPr>
          <a:xfrm>
            <a:off x="451800" y="199440"/>
            <a:ext cx="31035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AWS Systems Manager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25;p 1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AWS Systems Manager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Gestión centralizada de servidores (EC2 y on-premise)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¿Para qué sirve?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Ejecutar comandos remotamente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Aplicar parches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Automatizar tareas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Conectarse sin SSH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Administrar y operar instancias de forma centralizada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Santiago Mosquera</dc:creator>
  <dc:description/>
  <dc:language>en-US</dc:language>
  <cp:lastModifiedBy/>
  <dcterms:modified xsi:type="dcterms:W3CDTF">2026-03-19T22:00:58Z</dcterms:modified>
  <cp:revision>2</cp:revision>
  <dc:subject/>
  <dc:title/>
</cp:coreProperties>
</file>